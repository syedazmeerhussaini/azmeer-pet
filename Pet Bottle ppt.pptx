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784b8590ab9fc6f" providerId="LiveId" clId="{FB285F8E-7B22-456B-B152-C48E4065FB2C}"/>
    <pc:docChg chg="undo custSel modSld">
      <pc:chgData name="" userId="6784b8590ab9fc6f" providerId="LiveId" clId="{FB285F8E-7B22-456B-B152-C48E4065FB2C}" dt="2026-01-22T15:51:35.595" v="109" actId="14100"/>
      <pc:docMkLst>
        <pc:docMk/>
      </pc:docMkLst>
      <pc:sldChg chg="modSp">
        <pc:chgData name="" userId="6784b8590ab9fc6f" providerId="LiveId" clId="{FB285F8E-7B22-456B-B152-C48E4065FB2C}" dt="2026-01-22T14:34:56.052" v="77" actId="14100"/>
        <pc:sldMkLst>
          <pc:docMk/>
          <pc:sldMk cId="3221111528" sldId="257"/>
        </pc:sldMkLst>
        <pc:graphicFrameChg chg="mod modGraphic">
          <ac:chgData name="" userId="6784b8590ab9fc6f" providerId="LiveId" clId="{FB285F8E-7B22-456B-B152-C48E4065FB2C}" dt="2026-01-22T14:34:56.052" v="77" actId="14100"/>
          <ac:graphicFrameMkLst>
            <pc:docMk/>
            <pc:sldMk cId="3221111528" sldId="257"/>
            <ac:graphicFrameMk id="7" creationId="{4E5A13E3-6198-421C-B037-3F4088D1A930}"/>
          </ac:graphicFrameMkLst>
        </pc:graphicFrameChg>
      </pc:sldChg>
      <pc:sldChg chg="modSp">
        <pc:chgData name="" userId="6784b8590ab9fc6f" providerId="LiveId" clId="{FB285F8E-7B22-456B-B152-C48E4065FB2C}" dt="2026-01-22T15:51:35.595" v="109" actId="14100"/>
        <pc:sldMkLst>
          <pc:docMk/>
          <pc:sldMk cId="82127431" sldId="258"/>
        </pc:sldMkLst>
        <pc:spChg chg="mod">
          <ac:chgData name="" userId="6784b8590ab9fc6f" providerId="LiveId" clId="{FB285F8E-7B22-456B-B152-C48E4065FB2C}" dt="2026-01-22T15:51:35.595" v="109" actId="14100"/>
          <ac:spMkLst>
            <pc:docMk/>
            <pc:sldMk cId="82127431" sldId="258"/>
            <ac:spMk id="3" creationId="{AAFF4B38-A3C4-4F73-9408-49F8CCC37E73}"/>
          </ac:spMkLst>
        </pc:spChg>
      </pc:sldChg>
      <pc:sldChg chg="modSp">
        <pc:chgData name="" userId="6784b8590ab9fc6f" providerId="LiveId" clId="{FB285F8E-7B22-456B-B152-C48E4065FB2C}" dt="2026-01-22T14:30:11.521" v="63" actId="20577"/>
        <pc:sldMkLst>
          <pc:docMk/>
          <pc:sldMk cId="3171303739" sldId="259"/>
        </pc:sldMkLst>
        <pc:spChg chg="mod">
          <ac:chgData name="" userId="6784b8590ab9fc6f" providerId="LiveId" clId="{FB285F8E-7B22-456B-B152-C48E4065FB2C}" dt="2026-01-22T14:30:11.521" v="63" actId="20577"/>
          <ac:spMkLst>
            <pc:docMk/>
            <pc:sldMk cId="3171303739" sldId="259"/>
            <ac:spMk id="3" creationId="{1BF2E476-DF2D-47C3-9D4A-4B2DF160A459}"/>
          </ac:spMkLst>
        </pc:spChg>
      </pc:sldChg>
      <pc:sldChg chg="modSp">
        <pc:chgData name="" userId="6784b8590ab9fc6f" providerId="LiveId" clId="{FB285F8E-7B22-456B-B152-C48E4065FB2C}" dt="2026-01-22T07:16:58.829" v="40" actId="20577"/>
        <pc:sldMkLst>
          <pc:docMk/>
          <pc:sldMk cId="3174690157" sldId="260"/>
        </pc:sldMkLst>
        <pc:spChg chg="mod">
          <ac:chgData name="" userId="6784b8590ab9fc6f" providerId="LiveId" clId="{FB285F8E-7B22-456B-B152-C48E4065FB2C}" dt="2026-01-22T07:16:58.829" v="40" actId="20577"/>
          <ac:spMkLst>
            <pc:docMk/>
            <pc:sldMk cId="3174690157" sldId="260"/>
            <ac:spMk id="3" creationId="{5A4F00C6-354B-431A-BC78-25B6C8F1B6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747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98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2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9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7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85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90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49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97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80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48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3642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5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8509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308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45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3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395C118-2A3E-443F-A3E6-06696C7903CF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2B755AD-56C0-4797-B017-E6DB475E2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246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7A17-D055-45DB-A02F-2B03ABE0D3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Welcome to pet bottle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557BB-D489-4B65-9A49-8DA3656195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/>
              <a:t>“Precision In Every Pour”</a:t>
            </a:r>
          </a:p>
        </p:txBody>
      </p:sp>
    </p:spTree>
    <p:extLst>
      <p:ext uri="{BB962C8B-B14F-4D97-AF65-F5344CB8AC3E}">
        <p14:creationId xmlns:p14="http://schemas.microsoft.com/office/powerpoint/2010/main" val="3597968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5A13E3-6198-421C-B037-3F4088D1A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939034"/>
              </p:ext>
            </p:extLst>
          </p:nvPr>
        </p:nvGraphicFramePr>
        <p:xfrm>
          <a:off x="2032000" y="694964"/>
          <a:ext cx="8128000" cy="480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2106036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4159034"/>
                    </a:ext>
                  </a:extLst>
                </a:gridCol>
              </a:tblGrid>
              <a:tr h="600084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Supervisor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+mn-lt"/>
                        </a:rPr>
                        <a:t>Sir Hamza Shamim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272664"/>
                  </a:ext>
                </a:extLst>
              </a:tr>
              <a:tr h="600084">
                <a:tc>
                  <a:txBody>
                    <a:bodyPr/>
                    <a:lstStyle/>
                    <a:p>
                      <a:r>
                        <a:rPr lang="en-US" sz="2400" dirty="0"/>
                        <a:t>Batch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2507B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066442"/>
                  </a:ext>
                </a:extLst>
              </a:tr>
              <a:tr h="600084">
                <a:tc>
                  <a:txBody>
                    <a:bodyPr/>
                    <a:lstStyle/>
                    <a:p>
                      <a:r>
                        <a:rPr lang="en-US" sz="2400" dirty="0"/>
                        <a:t>E-Project Name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PET BOTTLE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48411"/>
                  </a:ext>
                </a:extLst>
              </a:tr>
              <a:tr h="600084">
                <a:tc>
                  <a:txBody>
                    <a:bodyPr/>
                    <a:lstStyle/>
                    <a:p>
                      <a:r>
                        <a:rPr lang="en-US" sz="2800" b="1" dirty="0"/>
                        <a:t>Student ID’s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Team Members Name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247695"/>
                  </a:ext>
                </a:extLst>
              </a:tr>
              <a:tr h="60008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Student1676866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Syed Azmeer Hussaini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071166"/>
                  </a:ext>
                </a:extLst>
              </a:tr>
              <a:tr h="60008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Student1676531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Rehman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601"/>
                  </a:ext>
                </a:extLst>
              </a:tr>
              <a:tr h="600084">
                <a:tc>
                  <a:txBody>
                    <a:bodyPr/>
                    <a:lstStyle/>
                    <a:p>
                      <a:r>
                        <a:rPr lang="en-US" sz="2400" dirty="0"/>
                        <a:t>Student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</a:rPr>
                        <a:t>Mehboob</a:t>
                      </a: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021117"/>
                  </a:ext>
                </a:extLst>
              </a:tr>
              <a:tr h="60008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684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11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F4B38-A3C4-4F73-9408-49F8CCC37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327" y="110836"/>
            <a:ext cx="11582400" cy="66224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Duties Assigned To Each Members</a:t>
            </a:r>
          </a:p>
          <a:p>
            <a:pPr marL="0" indent="0" algn="ctr">
              <a:buNone/>
            </a:pPr>
            <a:endParaRPr lang="en-US" sz="3200" dirty="0">
              <a:solidFill>
                <a:schemeClr val="bg1">
                  <a:lumMod val="95000"/>
                  <a:lumOff val="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chemeClr val="bg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Syed Azmeer Hussaini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Arial Rounded MT Bold" panose="020F0704030504030204" pitchFamily="34" charset="0"/>
              </a:rPr>
              <a:t>Content Building, jQuery Implementing, Presentation &amp; Documentation</a:t>
            </a:r>
          </a:p>
          <a:p>
            <a:pPr marL="0" indent="0" algn="ctr">
              <a:buNone/>
            </a:pPr>
            <a:endParaRPr lang="en-US" sz="2800" dirty="0">
              <a:solidFill>
                <a:schemeClr val="tx1">
                  <a:lumMod val="75000"/>
                </a:schemeClr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chemeClr val="bg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Rehman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tx1">
                    <a:lumMod val="75000"/>
                  </a:schemeClr>
                </a:solidFill>
                <a:latin typeface="Arial Rounded MT Bold" panose="020F0704030504030204" pitchFamily="34" charset="0"/>
              </a:rPr>
              <a:t>Styling &amp; Testing</a:t>
            </a:r>
          </a:p>
          <a:p>
            <a:pPr marL="0" indent="0" algn="ctr">
              <a:buNone/>
            </a:pPr>
            <a:endParaRPr lang="en-US" sz="2800" dirty="0">
              <a:solidFill>
                <a:schemeClr val="tx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2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2E476-DF2D-47C3-9D4A-4B2DF160A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57452"/>
            <a:ext cx="10998802" cy="632977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E-Project – Timeline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</a:rPr>
              <a:t>E-Project</a:t>
            </a:r>
            <a:r>
              <a:rPr lang="en-US" sz="4400" dirty="0">
                <a:solidFill>
                  <a:schemeClr val="bg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                 </a:t>
            </a:r>
            <a:r>
              <a:rPr lang="en-US" sz="3600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</a:rPr>
              <a:t>24 Dec 2025 - 22 Jan 2026</a:t>
            </a:r>
          </a:p>
          <a:p>
            <a:pPr marL="0" indent="0">
              <a:buNone/>
            </a:pPr>
            <a:endParaRPr lang="en-US" sz="3600" dirty="0">
              <a:solidFill>
                <a:schemeClr val="bg1">
                  <a:lumMod val="95000"/>
                  <a:lumOff val="5000"/>
                </a:schemeClr>
              </a:solidFill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</a:rPr>
              <a:t>Content Building</a:t>
            </a:r>
          </a:p>
          <a:p>
            <a:r>
              <a:rPr lang="en-US" sz="3600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</a:rPr>
              <a:t>Navbar                             25-12-2025</a:t>
            </a:r>
          </a:p>
          <a:p>
            <a:r>
              <a:rPr lang="en-US" sz="3600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</a:rPr>
              <a:t>Home Page                      26-12-2025</a:t>
            </a:r>
          </a:p>
          <a:p>
            <a:r>
              <a:rPr lang="en-US" sz="3600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</a:rPr>
              <a:t>About Page                      29-12-2025</a:t>
            </a:r>
          </a:p>
          <a:p>
            <a:r>
              <a:rPr lang="en-US" sz="3600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</a:rPr>
              <a:t>Product Page                   31-12-2025</a:t>
            </a:r>
          </a:p>
          <a:p>
            <a:r>
              <a:rPr lang="en-US" sz="3600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</a:rPr>
              <a:t>Footer                               2-1-2026</a:t>
            </a:r>
          </a:p>
          <a:p>
            <a:r>
              <a:rPr lang="en-US" sz="3600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 Condensed" panose="020B0502040204020203" pitchFamily="34" charset="0"/>
              </a:rPr>
              <a:t>jQuery                               3-1-2026</a:t>
            </a:r>
          </a:p>
        </p:txBody>
      </p:sp>
    </p:spTree>
    <p:extLst>
      <p:ext uri="{BB962C8B-B14F-4D97-AF65-F5344CB8AC3E}">
        <p14:creationId xmlns:p14="http://schemas.microsoft.com/office/powerpoint/2010/main" val="317130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F00C6-354B-431A-BC78-25B6C8F1B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10972169" cy="54309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User Experience</a:t>
            </a:r>
          </a:p>
          <a:p>
            <a:r>
              <a:rPr lang="en-US" sz="32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Bahnschrift" panose="020B0502040204020203" pitchFamily="34" charset="0"/>
              </a:rPr>
              <a:t>Making Website Responsive      5-1-2026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Presentation</a:t>
            </a:r>
            <a:r>
              <a:rPr lang="en-US" sz="32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Bahnschrift" panose="020B0502040204020203" pitchFamily="34" charset="0"/>
              </a:rPr>
              <a:t>  </a:t>
            </a:r>
          </a:p>
          <a:p>
            <a:r>
              <a:rPr lang="en-US" sz="32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Bahnschrift" panose="020B0502040204020203" pitchFamily="34" charset="0"/>
              </a:rPr>
              <a:t>Reviewing &amp; Testing                   10-1-2026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Bahnschrift" panose="020B0502040204020203" pitchFamily="34" charset="0"/>
              </a:rPr>
              <a:t>Documentation</a:t>
            </a:r>
          </a:p>
          <a:p>
            <a:r>
              <a:rPr lang="en-US" sz="3200" b="1" dirty="0">
                <a:solidFill>
                  <a:schemeClr val="bg1">
                    <a:lumMod val="85000"/>
                    <a:lumOff val="15000"/>
                  </a:schemeClr>
                </a:solidFill>
                <a:latin typeface="Bahnschrift" panose="020B0502040204020203" pitchFamily="34" charset="0"/>
              </a:rPr>
              <a:t>Reviewing                                    14-12-2026</a:t>
            </a:r>
          </a:p>
          <a:p>
            <a:pPr marL="0" indent="0">
              <a:buNone/>
            </a:pPr>
            <a:endParaRPr lang="en-US" sz="3200" b="1" dirty="0">
              <a:solidFill>
                <a:schemeClr val="bg1">
                  <a:lumMod val="85000"/>
                  <a:lumOff val="15000"/>
                </a:schemeClr>
              </a:solidFill>
              <a:latin typeface="Bahnschrift" panose="020B0502040204020203" pitchFamily="34" charset="0"/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Bahnschrift" panose="020B0502040204020203" pitchFamily="34" charset="0"/>
              </a:rPr>
              <a:t>Completion</a:t>
            </a:r>
          </a:p>
        </p:txBody>
      </p:sp>
    </p:spTree>
    <p:extLst>
      <p:ext uri="{BB962C8B-B14F-4D97-AF65-F5344CB8AC3E}">
        <p14:creationId xmlns:p14="http://schemas.microsoft.com/office/powerpoint/2010/main" val="3174690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E4C5D-BCA6-402B-8946-7EE54B48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526960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bg1">
                    <a:lumMod val="95000"/>
                    <a:lumOff val="5000"/>
                  </a:schemeClr>
                </a:solidFill>
                <a:latin typeface="Rockwell Condensed" panose="02060603050405020104" pitchFamily="18" charset="0"/>
                <a:cs typeface="Segoe UI Light" panose="020B0502040204020203" pitchFamily="34" charset="0"/>
              </a:rPr>
              <a:t>Thanks to Sir Hamza 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  <a:latin typeface="Rockwell Condensed" panose="020606030504050201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509D5-9FE3-418A-9C7D-01D012053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5018"/>
            <a:ext cx="12192000" cy="5552982"/>
          </a:xfrm>
        </p:spPr>
        <p:txBody>
          <a:bodyPr>
            <a:normAutofit/>
          </a:bodyPr>
          <a:lstStyle/>
          <a:p>
            <a:pPr marL="457200" lvl="1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are sincerely grateful to </a:t>
            </a:r>
            <a:r>
              <a:rPr lang="en-US" sz="2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Sir Hamza Shamim</a:t>
            </a:r>
            <a:r>
              <a:rPr lang="en-US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for his continuous guidance and for introducing the E-Project in a clear and easy-to-understand manner, which helped us complete our project efficiently and on time.</a:t>
            </a:r>
          </a:p>
          <a:p>
            <a:pPr marL="457200" lvl="1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28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1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are deeply obliged to him for providing us with the opportunity to work on this E-Project, as it enhanced our understanding of </a:t>
            </a:r>
            <a:r>
              <a:rPr lang="en-US" sz="2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E-commerce website development</a:t>
            </a:r>
            <a:r>
              <a:rPr lang="en-US" sz="28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provided us with valuable practical experience.</a:t>
            </a:r>
          </a:p>
          <a:p>
            <a:pPr marL="457200" lvl="1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32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57200" lvl="1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32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are deeply obliged to him for providing us with the opportunity to work on this E-Project, as it enhanced our understanding of E-commerce website development and provided us with valuable practical experience.</a:t>
            </a:r>
          </a:p>
          <a:p>
            <a:pPr marL="457200" lvl="1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4800" dirty="0">
                <a:solidFill>
                  <a:schemeClr val="bg1">
                    <a:lumMod val="95000"/>
                    <a:lumOff val="5000"/>
                  </a:schemeClr>
                </a:solidFill>
                <a:latin typeface="Rockwell" panose="02060603020205020403" pitchFamily="18" charset="0"/>
                <a:ea typeface="Calibri Light" panose="020F0302020204030204" pitchFamily="34" charset="0"/>
                <a:cs typeface="Segoe UI Light" panose="020B0502040204020203" pitchFamily="34" charset="0"/>
              </a:rPr>
              <a:t>Thank You 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  <a:latin typeface="Rockwell" panose="02060603020205020403" pitchFamily="18" charset="0"/>
              <a:ea typeface="Calibri Light" panose="020F0302020204030204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4909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120</TotalTime>
  <Words>210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 Rounded MT Bold</vt:lpstr>
      <vt:lpstr>Bahnschrift</vt:lpstr>
      <vt:lpstr>Bahnschrift Condensed</vt:lpstr>
      <vt:lpstr>Calibri Light</vt:lpstr>
      <vt:lpstr>Century Gothic</vt:lpstr>
      <vt:lpstr>Rockwell</vt:lpstr>
      <vt:lpstr>Rockwell Condensed</vt:lpstr>
      <vt:lpstr>Segoe UI Light</vt:lpstr>
      <vt:lpstr>Wingdings 3</vt:lpstr>
      <vt:lpstr>Slice</vt:lpstr>
      <vt:lpstr>Welcome to pet bottle</vt:lpstr>
      <vt:lpstr>PowerPoint Presentation</vt:lpstr>
      <vt:lpstr>PowerPoint Presentation</vt:lpstr>
      <vt:lpstr>PowerPoint Presentation</vt:lpstr>
      <vt:lpstr>PowerPoint Presentation</vt:lpstr>
      <vt:lpstr>Thanks to Sir Hamza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pet bottle</dc:title>
  <dc:creator>Syed Azmeer Hussaini</dc:creator>
  <cp:lastModifiedBy>Syed Azmeer Hussaini</cp:lastModifiedBy>
  <cp:revision>13</cp:revision>
  <dcterms:created xsi:type="dcterms:W3CDTF">2026-01-21T21:43:38Z</dcterms:created>
  <dcterms:modified xsi:type="dcterms:W3CDTF">2026-01-22T16:12:22Z</dcterms:modified>
</cp:coreProperties>
</file>